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0" r:id="rId2"/>
    <p:sldMasterId id="2147483689" r:id="rId3"/>
  </p:sldMasterIdLst>
  <p:notesMasterIdLst>
    <p:notesMasterId r:id="rId18"/>
  </p:notesMasterIdLst>
  <p:handoutMasterIdLst>
    <p:handoutMasterId r:id="rId19"/>
  </p:handoutMasterIdLst>
  <p:sldIdLst>
    <p:sldId id="256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custShowLst>
    <p:custShow name="KHTN" id="0">
      <p:sldLst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7"/>
      </p:sldLst>
    </p:custShow>
    <p:custShow name="CNTT" id="1">
      <p:sldLst>
        <p:sld r:id="rId4"/>
        <p:sld r:id="rId5"/>
        <p:sld r:id="rId6"/>
        <p:sld r:id="rId7"/>
        <p:sld r:id="rId8"/>
        <p:sld r:id="rId13"/>
        <p:sld r:id="rId14"/>
        <p:sld r:id="rId15"/>
        <p:sld r:id="rId16"/>
        <p:sld r:id="rId17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5"/>
    <p:restoredTop sz="94719"/>
  </p:normalViewPr>
  <p:slideViewPr>
    <p:cSldViewPr snapToGrid="0">
      <p:cViewPr>
        <p:scale>
          <a:sx n="67" d="100"/>
          <a:sy n="67" d="100"/>
        </p:scale>
        <p:origin x="2480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1B4B6D-AE66-B4EB-E0A6-0B10F4C885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1BFA8-7B0D-8274-EF85-165ADC49D4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C69FF-E2F9-E845-800A-10E322FCAB61}" type="datetimeFigureOut">
              <a:rPr lang="en-VN" smtClean="0"/>
              <a:t>26/9/26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4D324-A9EA-9A0E-F20A-73EFAAFBF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81872-2D95-428A-C1D8-7EB41818D6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A114A-D413-BD49-A01F-586748E4E1D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92661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04D04-6575-EE4D-A689-CC32CC570D7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AF6AB-853A-A84C-AC67-A693C560098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6356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1E97-8DCB-F041-AF22-09B43197B8D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1E97-8DCB-F041-AF22-09B43197B8D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50AB-DBA6-1B41-B5FF-FE8284CCDD6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01A24-2FF4-3849-AE4C-E49BFAAE93B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91FAD-70EE-2346-8BA7-DA014E4A644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F5BD-F976-A34C-86CC-3270E01194CE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78BC-8E84-1248-9B8F-78292491DE73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FDBB0-0F23-5B49-99BB-B6DABFF2AB3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E3F8-501E-4742-85D4-B07BDEABE07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8E73-54F4-2849-8267-D6DC5CC75605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C7B0-51C2-9241-A2B1-B2A8697E0E1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5FDC-2C18-904C-ABE8-9C1BA8929D1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637D0-70F6-9849-A279-944774FB2743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A55B-4808-9346-9240-95D09C1A753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B55D-A494-DF4B-9222-FAF5A145EA1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86B2-B698-BE4B-B1EE-50C22C35195A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8D5D-41EB-5548-9DE6-CB6F1DF5629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675C-EA18-624F-8B29-6D7B7DE6D31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1E97-8DCB-F041-AF22-09B43197B8D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28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1E97-8DCB-F041-AF22-09B43197B8D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7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50AB-DBA6-1B41-B5FF-FE8284CCDD6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9746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01A24-2FF4-3849-AE4C-E49BFAAE93BB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1802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91FAD-70EE-2346-8BA7-DA014E4A644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33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F5BD-F976-A34C-86CC-3270E01194CE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6573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78BC-8E84-1248-9B8F-78292491DE73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546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FDBB0-0F23-5B49-99BB-B6DABFF2AB3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549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E3F8-501E-4742-85D4-B07BDEABE07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2193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8E73-54F4-2849-8267-D6DC5CC75605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789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C7B0-51C2-9241-A2B1-B2A8697E0E1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86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5FDC-2C18-904C-ABE8-9C1BA8929D1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218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637D0-70F6-9849-A279-944774FB2743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04147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A55B-4808-9346-9240-95D09C1A7539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631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B55D-A494-DF4B-9222-FAF5A145EA1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08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86B2-B698-BE4B-B1EE-50C22C35195A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31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8D5D-41EB-5548-9DE6-CB6F1DF5629D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116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675C-EA18-624F-8B29-6D7B7DE6D31C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2625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B5DA-79E8-A0BB-89C7-5ACACF58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CEEE-6065-5978-AF8E-CDBE2B65B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6DB27-F9B7-4615-EE84-EDEFBF71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DF38-3988-3B8B-07AB-9E9088BF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ACB84-2AEF-9CEC-72EA-FEB15A25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03689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5591-9FD8-AF41-B7EB-8ED749D2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3B6DF-5017-2BC9-0305-EC5370C1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945B6-58C8-2FDB-88B9-4447E792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470F2-DFF0-DCCE-16F8-ADF18165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AAF92-D19A-43FB-790C-C7A6DC97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46066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1924-6B6D-8179-DB9D-C8E4ADE8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8AC9-F540-D931-F7C6-1CDEACAF3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79C5-830A-910D-0855-DB441B8A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F7DE-3332-CA0C-342E-26E0F318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BCE9B-5E7E-EDFA-1D32-6B4603EA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928147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3EA2-0BA2-8DED-94CA-A5006CBF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396A-217C-219E-DE9C-4BE2E07B6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A68D0-0111-05DB-2E14-974791681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8BF33-E126-2687-1EC2-CBD883A7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E9650-AE3F-C9C0-3F78-E9D13FC5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E1D19-0FD2-8D80-9061-D980322E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0725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87B4-32C9-BDD0-4E9B-85C696F2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3ACD8-45F6-1AE8-BDE2-DC3F5DAA9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3EC9D-7823-2E99-3790-C3606DAC7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6555D-960F-1F72-69EF-A2F74D30B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C8EEC-4FDE-D956-0DD4-2C0FC2D55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FAFC3-53D4-915D-F1A2-720C0B57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6F079-9641-0B1E-2795-C8492FF9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CB08E-303E-583F-A325-76D53636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313074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4374-3F35-CFB9-F59B-FAA7E984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935D5-6560-5AA8-BB33-32B024C4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02346-44FB-F5CB-DF5A-04B7AAF1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A96F7-3C87-44A9-D4B0-BADBCD3A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0189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CA5C3-17F5-6E38-0E69-123CC65A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69F7C-4C10-3749-8614-69307E75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EE92A-1AD2-A704-8698-CA5205BB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7344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CFE0-86E9-8751-27A6-B88A3D8B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7566B-F9DA-1E5D-6EFF-DEDD76F38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24E66-AC9E-716B-9DEC-D397BF610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4A5ED-C7A4-F6A0-D426-7F40B69D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23074-5434-1F40-CED0-E817627A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84F87-3D87-7CC3-9DF5-960B90F7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954929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85D3-0A98-2BF3-CA96-7E171B4D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57AF8-4E20-3DBD-26A1-CA72BF868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451DA-BC1B-40E5-B652-89D1289AA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C9114-6DE3-F7CC-14F1-19562584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176CD-D1B1-46E6-9F88-475C4070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4EBC0-0C59-C8B2-E234-680430AE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370791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09C1-E3FA-8A56-734A-7B47D881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21C66-949C-3921-78E4-C117373C3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0371-ED9B-E1D4-5F95-4CE248AF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EC8C-A0DF-032D-A96B-3CB11BF1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7FCC2-EC72-DA8C-CEA0-8E6F6173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97660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AB131-8A41-CF9A-C15D-E520C07E8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BAFAC-A263-A9A0-D357-DC772FCB2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F9E0C-25B1-4980-F274-07E2B1B6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DAA4D-F9F3-EB92-4BC0-7B973823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27A4-4237-DB1C-ED34-322871BA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6270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785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1B5A9C-E4DC-40DA-8F94-6C47AA02D7DD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 amt="35000"/>
          </a:blip>
          <a:stretch>
            <a:fillRect/>
          </a:stretch>
        </p:blipFill>
        <p:spPr>
          <a:xfrm>
            <a:off x="9640550" y="653218"/>
            <a:ext cx="1637675" cy="1637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66" r:id="rId13"/>
    <p:sldLayoutId id="2147483663" r:id="rId14"/>
    <p:sldLayoutId id="2147483667" r:id="rId15"/>
    <p:sldLayoutId id="2147483668" r:id="rId16"/>
    <p:sldLayoutId id="2147483658" r:id="rId17"/>
    <p:sldLayoutId id="2147483659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ystem Font Regular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ystem Font Regular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785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1B5A9C-E4DC-40DA-8F94-6C47AA02D7DD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 amt="35000"/>
          </a:blip>
          <a:stretch>
            <a:fillRect/>
          </a:stretch>
        </p:blipFill>
        <p:spPr>
          <a:xfrm>
            <a:off x="9640550" y="653218"/>
            <a:ext cx="1637675" cy="163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1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ystem Font Regular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ystem Font Regular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3F29F-D61A-2448-E39F-E7C2D719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F5F01-7341-EE89-DF26-1161C70F2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8C90E-354F-404D-1F2A-E8557C870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754C1-6FFB-FA4D-ADAF-77C66DCE249A}" type="datetimeFigureOut">
              <a:rPr lang="en-VN" smtClean="0"/>
              <a:t>26/9/26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87F8D-D5C7-0000-3885-B4F45C651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7CD07-D9EC-0846-D381-FD3C1A976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1EF55-C609-BE48-A3A7-74AA0982240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0835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 dirty="0"/>
              <a:t>ĐẠI HỌC CẦN THƠ – QUÁ TRÌNH HÌNH THÀNH VÀ PHÁT TRIỂN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 dirty="0"/>
          </a:p>
          <a:p>
            <a:r>
              <a:rPr lang="en-VN" dirty="0"/>
              <a:t>TS. NGUYỄN VĂN 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1926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NỘI DUNG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b="1" dirty="0"/>
              <a:t>THỜI KÌ VIỆN ĐẠI HỌC CẦN THƠ (1966-1975)</a:t>
            </a:r>
          </a:p>
          <a:p>
            <a:r>
              <a:rPr lang="en-VN" b="1" dirty="0"/>
              <a:t>ĐHCT GIAI ĐOẠN SAU 1975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594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THỜI KÌ VIỆN ĐẠI HỌC CẦN THƠ (1966-1975)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ĐƯỢC THÀNH LẬP NGÀY 31 THÁNG 03 NĂM 1966</a:t>
            </a:r>
          </a:p>
          <a:p>
            <a:r>
              <a:rPr lang="en-VN" dirty="0"/>
              <a:t>VIỆN ĐẠI HỌC CẦN THƠ CÓ 4 KHOA:</a:t>
            </a:r>
          </a:p>
          <a:p>
            <a:pPr lvl="1"/>
            <a:r>
              <a:rPr lang="en-VN" dirty="0"/>
              <a:t>KHOA HỌC</a:t>
            </a:r>
          </a:p>
          <a:p>
            <a:pPr lvl="1"/>
            <a:r>
              <a:rPr lang="en-VN" dirty="0"/>
              <a:t>KHOA LUẬT</a:t>
            </a:r>
          </a:p>
          <a:p>
            <a:pPr lvl="1"/>
            <a:r>
              <a:rPr lang="en-VN" dirty="0"/>
              <a:t>KHOA HỌC XÃ HỘI, VĂN KHOA, SƯ PHẠM</a:t>
            </a:r>
          </a:p>
          <a:p>
            <a:pPr lvl="1"/>
            <a:r>
              <a:rPr lang="en-VN" dirty="0"/>
              <a:t>CAO ĐẲNG NÔNG NGHIỆP VÀ TRUNG TÂM SINH NGỮ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404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THỜI KÌ VIỆN ĐẠI HỌC CẦN THƠ (1966-1975)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CƠ SỞ VẬT CHẤT CỦA VIỆN ĐẠI HỌC CẦN THƠ TOẠ LẠC TRÊN 4 ĐỊA ĐIỂM</a:t>
            </a:r>
          </a:p>
          <a:p>
            <a:pPr lvl="1"/>
            <a:r>
              <a:rPr lang="en-VN" dirty="0"/>
              <a:t>TOÀ VIỆN TRƯỞNG (SỐ 5, ĐẠI LỘ HOÀ BÌNH)</a:t>
            </a:r>
          </a:p>
          <a:p>
            <a:pPr lvl="1"/>
            <a:r>
              <a:rPr lang="en-VN" dirty="0"/>
              <a:t>KHU I (ĐƯỜNG 30/4)</a:t>
            </a:r>
          </a:p>
          <a:p>
            <a:pPr lvl="1"/>
            <a:r>
              <a:rPr lang="en-VN" dirty="0"/>
              <a:t>KHU II (ĐƯỜNG 3/2)</a:t>
            </a:r>
          </a:p>
          <a:p>
            <a:pPr lvl="1"/>
            <a:r>
              <a:rPr lang="en-VN" dirty="0"/>
              <a:t>KHU III (SỐ 1, LÝ TỰ TRỌNG)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109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VIỆN ĐẠI HỌC CẦN THƠ ĐƯỢC ĐỔI THÀNH ĐHCT</a:t>
            </a:r>
          </a:p>
          <a:p>
            <a:r>
              <a:rPr lang="en-VN" dirty="0"/>
              <a:t>CƠ CẤU DHCT HIỆN NAY</a:t>
            </a:r>
          </a:p>
          <a:p>
            <a:pPr lvl="1"/>
            <a:r>
              <a:rPr lang="en-VN" dirty="0"/>
              <a:t>KHOA - VIỆN</a:t>
            </a:r>
          </a:p>
          <a:p>
            <a:pPr lvl="1"/>
            <a:r>
              <a:rPr lang="en-VN" dirty="0"/>
              <a:t>TRUNG TÂM - TRUNG TÂM ĐÀO TẠO</a:t>
            </a:r>
          </a:p>
          <a:p>
            <a:pPr lvl="1"/>
            <a:r>
              <a:rPr lang="en-VN" dirty="0"/>
              <a:t>PHÒNG BAN CHỨC NĂNG</a:t>
            </a:r>
          </a:p>
          <a:p>
            <a:pPr lvl="1"/>
            <a:r>
              <a:rPr lang="en-VN" dirty="0"/>
              <a:t>ĐOÀN THỂ &amp; HỘI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26680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VN" dirty="0"/>
              <a:t>NGÀY 14/1/1998, TRƯỜNG DHCT KHÁNH THÀNH KHOA KHOA HỌC</a:t>
            </a:r>
          </a:p>
          <a:p>
            <a:pPr lvl="1"/>
            <a:r>
              <a:rPr lang="en-VN" dirty="0"/>
              <a:t>CƠ SỞ VẬT CHẤT</a:t>
            </a:r>
          </a:p>
          <a:p>
            <a:pPr lvl="2"/>
            <a:r>
              <a:rPr lang="en-VN" dirty="0"/>
              <a:t>12 PHÒNG THÍ NGHIỆM (PTN) CHO SINH, HOÁ, VẬT LÍ</a:t>
            </a:r>
          </a:p>
          <a:p>
            <a:pPr lvl="2"/>
            <a:r>
              <a:rPr lang="en-VN" dirty="0"/>
              <a:t>06 PHÒNG MÁY TÍNH ĐƯỢC NỐI MẠNG VỚI NHAU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737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VN" dirty="0"/>
              <a:t>CƠ SỞ VẬT CHẤT</a:t>
            </a:r>
          </a:p>
          <a:p>
            <a:pPr lvl="2"/>
            <a:r>
              <a:rPr lang="en-VN" dirty="0"/>
              <a:t>VP KHOA VÀ XƯỞNG SỬA CHỮA</a:t>
            </a:r>
          </a:p>
          <a:p>
            <a:pPr lvl="2"/>
            <a:r>
              <a:rPr lang="en-VN" dirty="0"/>
              <a:t>NĂM 2010, TRƯỜNG ĐÃ ĐẦU TƯ MỞ RỘNG KHU PTN CỦA KHOA</a:t>
            </a:r>
          </a:p>
          <a:p>
            <a:pPr lvl="2"/>
            <a:r>
              <a:rPr lang="en-VN" dirty="0"/>
              <a:t>XÂY MỚI KHU NHÀ 3 TẦNG VỚI 22 PHÒNG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02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VN" dirty="0"/>
              <a:t>KHOA KHTN HIỆN NAY GỒM 04 BỘ MÔN</a:t>
            </a:r>
          </a:p>
          <a:p>
            <a:pPr lvl="2"/>
            <a:r>
              <a:rPr lang="en-VN" dirty="0"/>
              <a:t>BỘ MÔN SINH HỌC</a:t>
            </a:r>
          </a:p>
          <a:p>
            <a:pPr lvl="2"/>
            <a:r>
              <a:rPr lang="en-VN" dirty="0"/>
              <a:t>BỘ MÔN HOÁ HỌC</a:t>
            </a:r>
          </a:p>
          <a:p>
            <a:pPr lvl="2"/>
            <a:r>
              <a:rPr lang="en-VN" dirty="0"/>
              <a:t>BỘ MÔN TOÁN HỌC</a:t>
            </a:r>
          </a:p>
          <a:p>
            <a:pPr lvl="2"/>
            <a:r>
              <a:rPr lang="en-VN" dirty="0"/>
              <a:t>BỘ MÔN VẬT LÍ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648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VN" dirty="0"/>
              <a:t>CÔNG TÁC ĐÀO TẠO</a:t>
            </a:r>
          </a:p>
          <a:p>
            <a:pPr lvl="2"/>
            <a:r>
              <a:rPr lang="en-VN" dirty="0"/>
              <a:t>ĐẠI HỌC: …</a:t>
            </a:r>
          </a:p>
          <a:p>
            <a:pPr lvl="2"/>
            <a:r>
              <a:rPr lang="en-VN" dirty="0"/>
              <a:t>SĐH: …</a:t>
            </a:r>
          </a:p>
          <a:p>
            <a:pPr lvl="1"/>
            <a:r>
              <a:rPr lang="en-VN" dirty="0"/>
              <a:t>CÔNG TÁC NCKH, BÁO CÁO CHUYÊN ĐỀ: …</a:t>
            </a:r>
          </a:p>
          <a:p>
            <a:pPr lvl="1"/>
            <a:r>
              <a:rPr lang="en-VN" dirty="0"/>
              <a:t>CÔNG TÁC ĐÀO TẠO VÀ BỒI DƯỠNG CÁN BỘ: 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429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VN" b="1" u="sng" dirty="0">
                <a:solidFill>
                  <a:srgbClr val="00B0F0"/>
                </a:solidFill>
              </a:rPr>
              <a:t>KHOA cntt&amp;tt</a:t>
            </a:r>
          </a:p>
          <a:p>
            <a:pPr lvl="1"/>
            <a:r>
              <a:rPr lang="en-VN" dirty="0"/>
              <a:t>ĐƯỢC THÀNH LẬP NĂM 1994 TRÊN CƠ SỞ TRUNG TÂM ĐIỆN TỬ VÀ TIN HỌC</a:t>
            </a:r>
          </a:p>
          <a:p>
            <a:pPr lvl="1"/>
            <a:r>
              <a:rPr lang="en-US" dirty="0"/>
              <a:t>N</a:t>
            </a:r>
            <a:r>
              <a:rPr lang="en-VN" dirty="0"/>
              <a:t>hiệm vụ của khoa là đạo tạo</a:t>
            </a:r>
          </a:p>
          <a:p>
            <a:pPr lvl="2"/>
            <a:r>
              <a:rPr lang="en-VN" dirty="0"/>
              <a:t>ĐẠI HỌC VÀ SAU ĐẠI HỌC</a:t>
            </a:r>
          </a:p>
          <a:p>
            <a:pPr lvl="2"/>
            <a:r>
              <a:rPr lang="en-VN" dirty="0"/>
              <a:t>NCKH VÀ CHUYỂN ĐỔI CÔNG NGHỆ TRONG LĨNH VỰC CNTT&amp;TT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304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u="sng" dirty="0">
                <a:solidFill>
                  <a:srgbClr val="00B0F0"/>
                </a:solidFill>
              </a:rPr>
              <a:t>KHOA cntt&amp;tt</a:t>
            </a:r>
          </a:p>
          <a:p>
            <a:pPr lvl="1"/>
            <a:r>
              <a:rPr lang="en-US" dirty="0"/>
              <a:t>T</a:t>
            </a:r>
            <a:r>
              <a:rPr lang="en-VN" dirty="0"/>
              <a:t>ầm nhìn đến năm 2020</a:t>
            </a:r>
          </a:p>
          <a:p>
            <a:pPr lvl="2"/>
            <a:r>
              <a:rPr lang="en-VN" dirty="0"/>
              <a:t>Đơn vị đào tạo và</a:t>
            </a:r>
          </a:p>
          <a:p>
            <a:pPr lvl="2"/>
            <a:r>
              <a:rPr lang="en-US" dirty="0"/>
              <a:t>N</a:t>
            </a:r>
            <a:r>
              <a:rPr lang="en-VN" dirty="0"/>
              <a:t>ghiên cứu khoa học về cntt&amp;tt mạnh của cả nước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6145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DHCT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00B0F0"/>
                </a:solidFill>
              </a:rPr>
              <a:t>KHOA cntt&amp;tt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VN" dirty="0"/>
          </a:p>
          <a:p>
            <a:pPr lvl="2"/>
            <a:r>
              <a:rPr lang="en-US" dirty="0"/>
              <a:t>B</a:t>
            </a:r>
            <a:r>
              <a:rPr lang="en-VN" dirty="0"/>
              <a:t>ộ môn hệ thống thông tin</a:t>
            </a:r>
          </a:p>
          <a:p>
            <a:pPr lvl="2"/>
            <a:r>
              <a:rPr lang="en-US" dirty="0"/>
              <a:t>B</a:t>
            </a:r>
            <a:r>
              <a:rPr lang="en-VN" dirty="0"/>
              <a:t>ộ môn mạng máy tính &amp; truyền thông</a:t>
            </a:r>
          </a:p>
          <a:p>
            <a:pPr lvl="2"/>
            <a:r>
              <a:rPr lang="en-US" dirty="0"/>
              <a:t>B</a:t>
            </a:r>
            <a:r>
              <a:rPr lang="en-VN" dirty="0"/>
              <a:t>ộ môn công nghệ phần mềm</a:t>
            </a:r>
          </a:p>
          <a:p>
            <a:pPr lvl="2"/>
            <a:r>
              <a:rPr lang="en-US" dirty="0"/>
              <a:t>B</a:t>
            </a:r>
            <a:r>
              <a:rPr lang="en-VN" dirty="0"/>
              <a:t>ộ môn khoa học máy tính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605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DHCT GIAI ĐOẠN SAU NĂM 1975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FB266-9980-00B1-9491-BEBC7F10D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VN" b="1" dirty="0">
                <a:solidFill>
                  <a:srgbClr val="00B0F0"/>
                </a:solidFill>
              </a:rPr>
              <a:t>KHOA cntt&amp;tt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VN" dirty="0"/>
          </a:p>
          <a:p>
            <a:pPr lvl="2"/>
            <a:r>
              <a:rPr lang="en-US" dirty="0"/>
              <a:t>B</a:t>
            </a:r>
            <a:r>
              <a:rPr lang="en-VN" dirty="0"/>
              <a:t>ộ môn công nghệ thông tin</a:t>
            </a:r>
          </a:p>
          <a:p>
            <a:pPr lvl="2"/>
            <a:r>
              <a:rPr lang="en-US" dirty="0"/>
              <a:t>B</a:t>
            </a:r>
            <a:r>
              <a:rPr lang="en-VN" dirty="0"/>
              <a:t>ộ môn tin học ứng dụng</a:t>
            </a:r>
          </a:p>
          <a:p>
            <a:pPr lvl="2"/>
            <a:r>
              <a:rPr lang="en-US" dirty="0"/>
              <a:t>T</a:t>
            </a:r>
            <a:r>
              <a:rPr lang="en-VN" dirty="0"/>
              <a:t>ổ văn phòng</a:t>
            </a:r>
          </a:p>
          <a:p>
            <a:pPr lvl="2"/>
            <a:r>
              <a:rPr lang="en-US" dirty="0"/>
              <a:t>T</a:t>
            </a:r>
            <a:r>
              <a:rPr lang="en-VN" dirty="0"/>
              <a:t>rung tâm điện tử &amp; tin học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1182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FDC-E771-952F-A060-EDD39843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VN" dirty="0"/>
              <a:t>ảm ơn sự chú ý của quý vị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4C2-304C-1202-B472-64E8F260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dirty="0"/>
              <a:t>Giới thiệu Đại học Cần Thơ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877-9742-4EF6-42B8-571E056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800" smtClean="0"/>
              <a:t>14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94459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1_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98</TotalTime>
  <Words>632</Words>
  <Application>Microsoft Macintosh PowerPoint</Application>
  <PresentationFormat>Widescreen</PresentationFormat>
  <Paragraphs>106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6" baseType="lpstr">
      <vt:lpstr>Arial</vt:lpstr>
      <vt:lpstr>Calibri</vt:lpstr>
      <vt:lpstr>Calibri Light</vt:lpstr>
      <vt:lpstr>System Font Regular</vt:lpstr>
      <vt:lpstr>Times New Roman</vt:lpstr>
      <vt:lpstr>Tw Cen MT</vt:lpstr>
      <vt:lpstr>Wingdings</vt:lpstr>
      <vt:lpstr>Droplet</vt:lpstr>
      <vt:lpstr>1_Droplet</vt:lpstr>
      <vt:lpstr>Custom Design</vt:lpstr>
      <vt:lpstr>ĐẠI HỌC CẦN THƠ – QUÁ TRÌNH HÌNH THÀNH VÀ PHÁT TRIỂN</vt:lpstr>
      <vt:lpstr>NỘI DUNG</vt:lpstr>
      <vt:lpstr>THỜI KÌ VIỆN ĐẠI HỌC CẦN THƠ (1966-1975)</vt:lpstr>
      <vt:lpstr>THỜI KÌ VIỆN ĐẠI HỌC CẦN THƠ (1966-1975)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DHCT GIAI ĐOẠN SAU NĂM 1975</vt:lpstr>
      <vt:lpstr>DHCT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Tài Phạm</dc:creator>
  <cp:lastModifiedBy>Tài Phạm</cp:lastModifiedBy>
  <cp:revision>1</cp:revision>
  <dcterms:created xsi:type="dcterms:W3CDTF">2026-09-26T00:32:49Z</dcterms:created>
  <dcterms:modified xsi:type="dcterms:W3CDTF">2026-09-26T02:11:13Z</dcterms:modified>
</cp:coreProperties>
</file>