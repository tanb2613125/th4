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44" autoAdjust="0"/>
    <p:restoredTop sz="94660"/>
  </p:normalViewPr>
  <p:slideViewPr>
    <p:cSldViewPr snapToGrid="0">
      <p:cViewPr varScale="1">
        <p:scale>
          <a:sx n="113" d="100"/>
          <a:sy n="113" d="100"/>
        </p:scale>
        <p:origin x="31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BF1D51-22CB-4251-A7B1-458B6DC889D1}" type="datetimeFigureOut">
              <a:rPr lang="en-US" smtClean="0"/>
              <a:t>26/09/2026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EDFF1F-07DA-4529-97A3-0CD36817E9DF}" type="slidenum">
              <a:rPr lang="en-US" smtClean="0"/>
              <a:t>‹#›</a:t>
            </a:fld>
            <a:endParaRPr lang="en-US"/>
          </a:p>
        </p:txBody>
      </p:sp>
    </p:spTree>
    <p:extLst>
      <p:ext uri="{BB962C8B-B14F-4D97-AF65-F5344CB8AC3E}">
        <p14:creationId xmlns:p14="http://schemas.microsoft.com/office/powerpoint/2010/main" val="2746352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BEDFF1F-07DA-4529-97A3-0CD36817E9DF}" type="slidenum">
              <a:rPr lang="en-US" smtClean="0"/>
              <a:t>1</a:t>
            </a:fld>
            <a:endParaRPr lang="en-US"/>
          </a:p>
        </p:txBody>
      </p:sp>
    </p:spTree>
    <p:extLst>
      <p:ext uri="{BB962C8B-B14F-4D97-AF65-F5344CB8AC3E}">
        <p14:creationId xmlns:p14="http://schemas.microsoft.com/office/powerpoint/2010/main" val="2868689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5000" b="1">
                <a:solidFill>
                  <a:srgbClr val="996633"/>
                </a:solidFill>
              </a:defRPr>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b="1">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7AE9397-D745-44AB-8277-01E5ABF2914B}" type="datetime1">
              <a:rPr lang="en-US" smtClean="0"/>
              <a:t>26/09/2026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258B9-0545-4F3F-8029-2F501C7F9DFE}" type="slidenum">
              <a:rPr lang="en-US" smtClean="0"/>
              <a:t>‹#›</a:t>
            </a:fld>
            <a:endParaRPr lang="en-US"/>
          </a:p>
        </p:txBody>
      </p:sp>
    </p:spTree>
    <p:extLst>
      <p:ext uri="{BB962C8B-B14F-4D97-AF65-F5344CB8AC3E}">
        <p14:creationId xmlns:p14="http://schemas.microsoft.com/office/powerpoint/2010/main" val="215081203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199" y="636059"/>
            <a:ext cx="10888133" cy="1325563"/>
          </a:xfrm>
        </p:spPr>
        <p:txBody>
          <a:bodyPr>
            <a:normAutofit/>
          </a:bodyPr>
          <a:lstStyle>
            <a:lvl1pPr>
              <a:defRPr sz="4000" b="1">
                <a:solidFill>
                  <a:srgbClr val="996633"/>
                </a:solidFill>
              </a:defRPr>
            </a:lvl1pPr>
          </a:lstStyle>
          <a:p>
            <a:r>
              <a:rPr lang="en-US" smtClean="0"/>
              <a:t>Click to edit Master title style</a:t>
            </a:r>
            <a:endParaRPr lang="en-US"/>
          </a:p>
        </p:txBody>
      </p:sp>
      <p:sp>
        <p:nvSpPr>
          <p:cNvPr id="3" name="Content Placeholder 2"/>
          <p:cNvSpPr>
            <a:spLocks noGrp="1"/>
          </p:cNvSpPr>
          <p:nvPr>
            <p:ph idx="1"/>
          </p:nvPr>
        </p:nvSpPr>
        <p:spPr>
          <a:xfrm>
            <a:off x="838200" y="2096559"/>
            <a:ext cx="10515600" cy="4351338"/>
          </a:xfrm>
          <a:noFill/>
        </p:spPr>
        <p:txBody>
          <a:bodyPr/>
          <a:lstStyle>
            <a:lvl1pPr>
              <a:defRPr sz="3200">
                <a:latin typeface="+mj-lt"/>
              </a:defRPr>
            </a:lvl1pPr>
            <a:lvl2pPr marL="685800" indent="-228600">
              <a:buFont typeface="Times New Roman" panose="02020603050405020304" pitchFamily="18" charset="0"/>
              <a:buChar char="⁃"/>
              <a:defRPr sz="2800">
                <a:latin typeface="+mj-lt"/>
              </a:defRPr>
            </a:lvl2pPr>
            <a:lvl3pPr marL="1143000" indent="-228600">
              <a:buFont typeface="Times New Roman" panose="02020603050405020304" pitchFamily="18" charset="0"/>
              <a:buChar char="⁺"/>
              <a:defRPr sz="2400">
                <a:latin typeface="+mj-lt"/>
              </a:defRPr>
            </a:lvl3pPr>
            <a:lvl4pPr marL="1600200" indent="-228600">
              <a:buFont typeface="Wingdings" panose="05000000000000000000" pitchFamily="2" charset="2"/>
              <a:buChar char="§"/>
              <a:defRPr sz="2200">
                <a:latin typeface="+mj-lt"/>
              </a:defRPr>
            </a:lvl4pPr>
            <a:lvl5pPr marL="2057400" indent="-228600">
              <a:buFont typeface="Wingdings" panose="05000000000000000000" pitchFamily="2" charset="2"/>
              <a:buChar char="ü"/>
              <a:defRPr>
                <a:latin typeface="+mj-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9235A45-7BFA-4DC4-8752-9746F9591C67}" type="datetime1">
              <a:rPr lang="en-US" smtClean="0"/>
              <a:t>26/09/2026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258B9-0545-4F3F-8029-2F501C7F9DFE}" type="slidenum">
              <a:rPr lang="en-US" smtClean="0"/>
              <a:t>‹#›</a:t>
            </a:fld>
            <a:endParaRPr lang="en-US"/>
          </a:p>
        </p:txBody>
      </p:sp>
    </p:spTree>
    <p:extLst>
      <p:ext uri="{BB962C8B-B14F-4D97-AF65-F5344CB8AC3E}">
        <p14:creationId xmlns:p14="http://schemas.microsoft.com/office/powerpoint/2010/main" val="25408266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7266E4A-1903-450C-92CD-46FC3D759850}" type="datetime1">
              <a:rPr lang="en-US" smtClean="0"/>
              <a:t>26/09/2026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258B9-0545-4F3F-8029-2F501C7F9DFE}" type="slidenum">
              <a:rPr lang="en-US" smtClean="0"/>
              <a:t>‹#›</a:t>
            </a:fld>
            <a:endParaRPr lang="en-US"/>
          </a:p>
        </p:txBody>
      </p:sp>
    </p:spTree>
    <p:extLst>
      <p:ext uri="{BB962C8B-B14F-4D97-AF65-F5344CB8AC3E}">
        <p14:creationId xmlns:p14="http://schemas.microsoft.com/office/powerpoint/2010/main" val="3218383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E52C9A4-7B4F-4F09-9C27-2FB25A91D927}" type="datetime1">
              <a:rPr lang="en-US" smtClean="0"/>
              <a:t>26/09/2026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3258B9-0545-4F3F-8029-2F501C7F9DFE}" type="slidenum">
              <a:rPr lang="en-US" smtClean="0"/>
              <a:t>‹#›</a:t>
            </a:fld>
            <a:endParaRPr lang="en-US"/>
          </a:p>
        </p:txBody>
      </p:sp>
    </p:spTree>
    <p:extLst>
      <p:ext uri="{BB962C8B-B14F-4D97-AF65-F5344CB8AC3E}">
        <p14:creationId xmlns:p14="http://schemas.microsoft.com/office/powerpoint/2010/main" val="1103986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C797F01-2659-49AB-9FF4-2731E4C027E7}" type="datetime1">
              <a:rPr lang="en-US" smtClean="0"/>
              <a:t>26/09/2026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3258B9-0545-4F3F-8029-2F501C7F9DFE}" type="slidenum">
              <a:rPr lang="en-US" smtClean="0"/>
              <a:t>‹#›</a:t>
            </a:fld>
            <a:endParaRPr lang="en-US"/>
          </a:p>
        </p:txBody>
      </p:sp>
    </p:spTree>
    <p:extLst>
      <p:ext uri="{BB962C8B-B14F-4D97-AF65-F5344CB8AC3E}">
        <p14:creationId xmlns:p14="http://schemas.microsoft.com/office/powerpoint/2010/main" val="2883497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a:lvl1p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8A1201F-DDD0-4CE5-BA20-588198A05C25}" type="datetime1">
              <a:rPr lang="en-US" smtClean="0"/>
              <a:t>26/09/2026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3258B9-0545-4F3F-8029-2F501C7F9DFE}" type="slidenum">
              <a:rPr lang="en-US" smtClean="0"/>
              <a:t>‹#›</a:t>
            </a:fld>
            <a:endParaRPr lang="en-US"/>
          </a:p>
        </p:txBody>
      </p:sp>
    </p:spTree>
    <p:extLst>
      <p:ext uri="{BB962C8B-B14F-4D97-AF65-F5344CB8AC3E}">
        <p14:creationId xmlns:p14="http://schemas.microsoft.com/office/powerpoint/2010/main" val="1768109294"/>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072C49-27E5-4D59-8273-CAAE3B3B871B}" type="datetime1">
              <a:rPr lang="en-US" smtClean="0"/>
              <a:t>26/09/2026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3258B9-0545-4F3F-8029-2F501C7F9DFE}" type="slidenum">
              <a:rPr lang="en-US" smtClean="0"/>
              <a:t>‹#›</a:t>
            </a:fld>
            <a:endParaRPr lang="en-US"/>
          </a:p>
        </p:txBody>
      </p:sp>
    </p:spTree>
    <p:extLst>
      <p:ext uri="{BB962C8B-B14F-4D97-AF65-F5344CB8AC3E}">
        <p14:creationId xmlns:p14="http://schemas.microsoft.com/office/powerpoint/2010/main" val="3770093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329DE96-B283-4EC2-9963-D4F204ECF386}" type="datetime1">
              <a:rPr lang="en-US" smtClean="0"/>
              <a:t>26/09/2026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3258B9-0545-4F3F-8029-2F501C7F9DFE}" type="slidenum">
              <a:rPr lang="en-US" smtClean="0"/>
              <a:t>‹#›</a:t>
            </a:fld>
            <a:endParaRPr lang="en-US"/>
          </a:p>
        </p:txBody>
      </p:sp>
    </p:spTree>
    <p:extLst>
      <p:ext uri="{BB962C8B-B14F-4D97-AF65-F5344CB8AC3E}">
        <p14:creationId xmlns:p14="http://schemas.microsoft.com/office/powerpoint/2010/main" val="779712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C90F7F-9549-4528-8DB8-9A366BCC8E2D}" type="datetime1">
              <a:rPr lang="en-US" smtClean="0"/>
              <a:t>26/09/2026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3258B9-0545-4F3F-8029-2F501C7F9DFE}" type="slidenum">
              <a:rPr lang="en-US" smtClean="0"/>
              <a:t>‹#›</a:t>
            </a:fld>
            <a:endParaRPr lang="en-US"/>
          </a:p>
        </p:txBody>
      </p:sp>
    </p:spTree>
    <p:extLst>
      <p:ext uri="{BB962C8B-B14F-4D97-AF65-F5344CB8AC3E}">
        <p14:creationId xmlns:p14="http://schemas.microsoft.com/office/powerpoint/2010/main" val="966217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66CDC9-3737-4E4F-83DF-4DCD7598DDD0}" type="datetime1">
              <a:rPr lang="en-US" smtClean="0"/>
              <a:t>26/09/2026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258B9-0545-4F3F-8029-2F501C7F9DFE}" type="slidenum">
              <a:rPr lang="en-US" smtClean="0"/>
              <a:t>‹#›</a:t>
            </a:fld>
            <a:endParaRPr lang="en-US"/>
          </a:p>
        </p:txBody>
      </p:sp>
    </p:spTree>
    <p:extLst>
      <p:ext uri="{BB962C8B-B14F-4D97-AF65-F5344CB8AC3E}">
        <p14:creationId xmlns:p14="http://schemas.microsoft.com/office/powerpoint/2010/main" val="3607474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E1899DB-F013-4815-A294-926520983EDE}" type="datetime1">
              <a:rPr lang="en-US" smtClean="0"/>
              <a:t>26/09/2026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258B9-0545-4F3F-8029-2F501C7F9DFE}" type="slidenum">
              <a:rPr lang="en-US" smtClean="0"/>
              <a:t>‹#›</a:t>
            </a:fld>
            <a:endParaRPr lang="en-US"/>
          </a:p>
        </p:txBody>
      </p:sp>
    </p:spTree>
    <p:extLst>
      <p:ext uri="{BB962C8B-B14F-4D97-AF65-F5344CB8AC3E}">
        <p14:creationId xmlns:p14="http://schemas.microsoft.com/office/powerpoint/2010/main" val="1088537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AB47D9-A5EF-41AE-B929-EA3EE98B5C74}" type="datetime1">
              <a:rPr lang="en-US" smtClean="0"/>
              <a:t>26/09/2026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3258B9-0545-4F3F-8029-2F501C7F9DFE}" type="slidenum">
              <a:rPr lang="en-US" smtClean="0"/>
              <a:t>‹#›</a:t>
            </a:fld>
            <a:endParaRPr lang="en-US"/>
          </a:p>
        </p:txBody>
      </p:sp>
    </p:spTree>
    <p:extLst>
      <p:ext uri="{BB962C8B-B14F-4D97-AF65-F5344CB8AC3E}">
        <p14:creationId xmlns:p14="http://schemas.microsoft.com/office/powerpoint/2010/main" val="35090306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4.xml"/><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BỐ CỤC MỘT BÀI THUYẾT TRÌNH</a:t>
            </a:r>
          </a:p>
        </p:txBody>
      </p:sp>
      <p:sp>
        <p:nvSpPr>
          <p:cNvPr id="3" name="Subtitle 2"/>
          <p:cNvSpPr>
            <a:spLocks noGrp="1"/>
          </p:cNvSpPr>
          <p:nvPr>
            <p:ph type="subTitle" idx="1"/>
          </p:nvPr>
        </p:nvSpPr>
        <p:spPr/>
        <p:txBody>
          <a:bodyPr>
            <a:normAutofit lnSpcReduction="10000"/>
          </a:bodyPr>
          <a:lstStyle/>
          <a:p>
            <a:r>
              <a:rPr lang="en-US" smtClean="0"/>
              <a:t>ThS. Trần Nguyễn Huy Tân</a:t>
            </a:r>
          </a:p>
          <a:p>
            <a:endParaRPr lang="en-US"/>
          </a:p>
          <a:p>
            <a:pPr algn="r"/>
            <a:r>
              <a:rPr lang="en-US"/>
              <a:t>Trích từ Tủ sách Khoa học VLOS</a:t>
            </a:r>
          </a:p>
        </p:txBody>
      </p:sp>
      <p:sp>
        <p:nvSpPr>
          <p:cNvPr id="4" name="Slide Number Placeholder 3"/>
          <p:cNvSpPr>
            <a:spLocks noGrp="1"/>
          </p:cNvSpPr>
          <p:nvPr>
            <p:ph type="sldNum" sz="quarter" idx="12"/>
          </p:nvPr>
        </p:nvSpPr>
        <p:spPr/>
        <p:txBody>
          <a:bodyPr/>
          <a:lstStyle/>
          <a:p>
            <a:fld id="{B33258B9-0545-4F3F-8029-2F501C7F9DFE}" type="slidenum">
              <a:rPr lang="en-US" smtClean="0"/>
              <a:t>1</a:t>
            </a:fld>
            <a:endParaRPr lang="en-US"/>
          </a:p>
        </p:txBody>
      </p:sp>
    </p:spTree>
    <p:extLst>
      <p:ext uri="{BB962C8B-B14F-4D97-AF65-F5344CB8AC3E}">
        <p14:creationId xmlns:p14="http://schemas.microsoft.com/office/powerpoint/2010/main" val="21038490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Giới thiệu</a:t>
            </a:r>
            <a:endParaRPr lang="en-US"/>
          </a:p>
        </p:txBody>
      </p:sp>
      <p:sp>
        <p:nvSpPr>
          <p:cNvPr id="3" name="Content Placeholder 2"/>
          <p:cNvSpPr>
            <a:spLocks noGrp="1"/>
          </p:cNvSpPr>
          <p:nvPr>
            <p:ph idx="1"/>
          </p:nvPr>
        </p:nvSpPr>
        <p:spPr/>
        <p:txBody>
          <a:bodyPr/>
          <a:lstStyle/>
          <a:p>
            <a:r>
              <a:rPr lang="en-US" smtClean="0"/>
              <a:t>Phần mở đầu</a:t>
            </a:r>
          </a:p>
          <a:p>
            <a:pPr lvl="1"/>
            <a:r>
              <a:rPr lang="en-US" smtClean="0"/>
              <a:t>Cần đạt được mục đích</a:t>
            </a:r>
          </a:p>
          <a:p>
            <a:r>
              <a:rPr lang="en-US" smtClean="0"/>
              <a:t>Phần chính</a:t>
            </a:r>
          </a:p>
          <a:p>
            <a:pPr lvl="1"/>
            <a:r>
              <a:rPr lang="en-US" smtClean="0"/>
              <a:t>Đưa ra giải pháp, ý kiến</a:t>
            </a:r>
          </a:p>
          <a:p>
            <a:r>
              <a:rPr lang="en-US"/>
              <a:t>Phần </a:t>
            </a:r>
            <a:r>
              <a:rPr lang="en-US" smtClean="0"/>
              <a:t>kết</a:t>
            </a:r>
            <a:endParaRPr lang="en-US"/>
          </a:p>
          <a:p>
            <a:pPr lvl="1"/>
            <a:r>
              <a:rPr lang="vi-VN"/>
              <a:t>Tóm tắt các nội dung đã được trình bày</a:t>
            </a:r>
            <a:endParaRPr lang="en-US"/>
          </a:p>
        </p:txBody>
      </p:sp>
      <p:sp>
        <p:nvSpPr>
          <p:cNvPr id="4" name="Slide Number Placeholder 3"/>
          <p:cNvSpPr>
            <a:spLocks noGrp="1"/>
          </p:cNvSpPr>
          <p:nvPr>
            <p:ph type="sldNum" sz="quarter" idx="12"/>
          </p:nvPr>
        </p:nvSpPr>
        <p:spPr/>
        <p:txBody>
          <a:bodyPr/>
          <a:lstStyle/>
          <a:p>
            <a:fld id="{B33258B9-0545-4F3F-8029-2F501C7F9DFE}" type="slidenum">
              <a:rPr lang="en-US" smtClean="0"/>
              <a:t>2</a:t>
            </a:fld>
            <a:endParaRPr lang="en-US"/>
          </a:p>
        </p:txBody>
      </p:sp>
    </p:spTree>
    <p:extLst>
      <p:ext uri="{BB962C8B-B14F-4D97-AF65-F5344CB8AC3E}">
        <p14:creationId xmlns:p14="http://schemas.microsoft.com/office/powerpoint/2010/main" val="10201474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Phần mở đầu</a:t>
            </a:r>
          </a:p>
        </p:txBody>
      </p:sp>
      <p:sp>
        <p:nvSpPr>
          <p:cNvPr id="3" name="Content Placeholder 2"/>
          <p:cNvSpPr>
            <a:spLocks noGrp="1"/>
          </p:cNvSpPr>
          <p:nvPr>
            <p:ph idx="1"/>
          </p:nvPr>
        </p:nvSpPr>
        <p:spPr/>
        <p:txBody>
          <a:bodyPr/>
          <a:lstStyle/>
          <a:p>
            <a:r>
              <a:rPr lang="en-US" smtClean="0"/>
              <a:t>Thu hút sự chú ý người nghe</a:t>
            </a:r>
          </a:p>
          <a:p>
            <a:pPr lvl="1"/>
            <a:r>
              <a:rPr lang="en-US" smtClean="0">
                <a:hlinkClick r:id="rId2" action="ppaction://hlinksldjump"/>
              </a:rPr>
              <a:t>Sử dụng một đoạn trích dẫn</a:t>
            </a:r>
            <a:endParaRPr lang="en-US" smtClean="0"/>
          </a:p>
          <a:p>
            <a:pPr lvl="1"/>
            <a:r>
              <a:rPr lang="en-US" smtClean="0"/>
              <a:t>Một câu hỏi</a:t>
            </a:r>
          </a:p>
          <a:p>
            <a:pPr lvl="1"/>
            <a:r>
              <a:rPr lang="en-US" smtClean="0"/>
              <a:t>Một lời hứa</a:t>
            </a:r>
          </a:p>
          <a:p>
            <a:pPr lvl="1"/>
            <a:r>
              <a:rPr lang="vi-VN" smtClean="0"/>
              <a:t>Thậm chí làm mọi người phải hoạt độn</a:t>
            </a:r>
            <a:r>
              <a:rPr lang="en-US" smtClean="0"/>
              <a:t>g</a:t>
            </a:r>
          </a:p>
          <a:p>
            <a:r>
              <a:rPr lang="en-US" smtClean="0"/>
              <a:t>Tóm tắt nội dung liên quan</a:t>
            </a:r>
          </a:p>
          <a:p>
            <a:pPr lvl="1"/>
            <a:r>
              <a:rPr lang="en-US" smtClean="0"/>
              <a:t>Đã được trình bày</a:t>
            </a:r>
          </a:p>
          <a:p>
            <a:pPr lvl="1"/>
            <a:r>
              <a:rPr lang="en-US" smtClean="0"/>
              <a:t>Được đa số người nghe biết rõ</a:t>
            </a:r>
          </a:p>
        </p:txBody>
      </p:sp>
      <p:sp>
        <p:nvSpPr>
          <p:cNvPr id="4" name="Slide Number Placeholder 3"/>
          <p:cNvSpPr>
            <a:spLocks noGrp="1"/>
          </p:cNvSpPr>
          <p:nvPr>
            <p:ph type="sldNum" sz="quarter" idx="12"/>
          </p:nvPr>
        </p:nvSpPr>
        <p:spPr/>
        <p:txBody>
          <a:bodyPr/>
          <a:lstStyle/>
          <a:p>
            <a:fld id="{B33258B9-0545-4F3F-8029-2F501C7F9DFE}" type="slidenum">
              <a:rPr lang="en-US" smtClean="0"/>
              <a:t>3</a:t>
            </a:fld>
            <a:endParaRPr lang="en-US"/>
          </a:p>
        </p:txBody>
      </p:sp>
    </p:spTree>
    <p:extLst>
      <p:ext uri="{BB962C8B-B14F-4D97-AF65-F5344CB8AC3E}">
        <p14:creationId xmlns:p14="http://schemas.microsoft.com/office/powerpoint/2010/main" val="18373055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Phần chính</a:t>
            </a:r>
            <a:endParaRPr lang="en-US"/>
          </a:p>
        </p:txBody>
      </p:sp>
      <p:sp>
        <p:nvSpPr>
          <p:cNvPr id="3" name="Content Placeholder 2"/>
          <p:cNvSpPr>
            <a:spLocks noGrp="1"/>
          </p:cNvSpPr>
          <p:nvPr>
            <p:ph idx="1"/>
          </p:nvPr>
        </p:nvSpPr>
        <p:spPr/>
        <p:txBody>
          <a:bodyPr/>
          <a:lstStyle/>
          <a:p>
            <a:r>
              <a:rPr lang="en-US" smtClean="0"/>
              <a:t>Phần chính với các nội dung</a:t>
            </a:r>
          </a:p>
          <a:p>
            <a:pPr lvl="1"/>
            <a:r>
              <a:rPr lang="en-US" smtClean="0"/>
              <a:t>Vấn đề cần giải quyết, yêu cầu công việc</a:t>
            </a:r>
          </a:p>
          <a:p>
            <a:pPr lvl="1"/>
            <a:r>
              <a:rPr lang="en-US" smtClean="0"/>
              <a:t>Ý tưởng và giải pháp</a:t>
            </a:r>
          </a:p>
          <a:p>
            <a:pPr lvl="1"/>
            <a:r>
              <a:rPr lang="en-US" smtClean="0">
                <a:hlinkClick r:id="rId2" action="ppaction://hlinksldjump"/>
              </a:rPr>
              <a:t>Cung cấp ví dụ để chứng minh</a:t>
            </a:r>
            <a:endParaRPr lang="en-US" smtClean="0"/>
          </a:p>
          <a:p>
            <a:pPr lvl="1"/>
            <a:r>
              <a:rPr lang="en-US" smtClean="0"/>
              <a:t>Lợi ích khi áp dụng giải pháp</a:t>
            </a:r>
          </a:p>
          <a:p>
            <a:pPr lvl="1"/>
            <a:r>
              <a:rPr lang="en-US" smtClean="0"/>
              <a:t>Chương trình hành động/các việc làm cụ thể</a:t>
            </a:r>
            <a:endParaRPr lang="en-US"/>
          </a:p>
        </p:txBody>
      </p:sp>
      <p:sp>
        <p:nvSpPr>
          <p:cNvPr id="4" name="Slide Number Placeholder 3"/>
          <p:cNvSpPr>
            <a:spLocks noGrp="1"/>
          </p:cNvSpPr>
          <p:nvPr>
            <p:ph type="sldNum" sz="quarter" idx="12"/>
          </p:nvPr>
        </p:nvSpPr>
        <p:spPr/>
        <p:txBody>
          <a:bodyPr/>
          <a:lstStyle/>
          <a:p>
            <a:fld id="{B33258B9-0545-4F3F-8029-2F501C7F9DFE}" type="slidenum">
              <a:rPr lang="en-US" smtClean="0"/>
              <a:t>4</a:t>
            </a:fld>
            <a:endParaRPr lang="en-US"/>
          </a:p>
        </p:txBody>
      </p:sp>
    </p:spTree>
    <p:extLst>
      <p:ext uri="{BB962C8B-B14F-4D97-AF65-F5344CB8AC3E}">
        <p14:creationId xmlns:p14="http://schemas.microsoft.com/office/powerpoint/2010/main" val="38025735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Phần kết</a:t>
            </a:r>
            <a:endParaRPr lang="en-US"/>
          </a:p>
        </p:txBody>
      </p:sp>
      <p:sp>
        <p:nvSpPr>
          <p:cNvPr id="3" name="Content Placeholder 2"/>
          <p:cNvSpPr>
            <a:spLocks noGrp="1"/>
          </p:cNvSpPr>
          <p:nvPr>
            <p:ph idx="1"/>
          </p:nvPr>
        </p:nvSpPr>
        <p:spPr/>
        <p:txBody>
          <a:bodyPr/>
          <a:lstStyle/>
          <a:p>
            <a:r>
              <a:rPr lang="en-US" smtClean="0"/>
              <a:t>Tóm tắt</a:t>
            </a:r>
          </a:p>
          <a:p>
            <a:r>
              <a:rPr lang="en-US" smtClean="0"/>
              <a:t>Kết luận cuối cùng</a:t>
            </a:r>
          </a:p>
          <a:p>
            <a:pPr lvl="1"/>
            <a:r>
              <a:rPr lang="en-US" smtClean="0"/>
              <a:t>Liệu còn điều gì bạn muốn người nghe ghi nhớ?</a:t>
            </a:r>
            <a:endParaRPr lang="en-US"/>
          </a:p>
        </p:txBody>
      </p:sp>
      <p:sp>
        <p:nvSpPr>
          <p:cNvPr id="4" name="Slide Number Placeholder 3"/>
          <p:cNvSpPr>
            <a:spLocks noGrp="1"/>
          </p:cNvSpPr>
          <p:nvPr>
            <p:ph type="sldNum" sz="quarter" idx="12"/>
          </p:nvPr>
        </p:nvSpPr>
        <p:spPr/>
        <p:txBody>
          <a:bodyPr/>
          <a:lstStyle/>
          <a:p>
            <a:fld id="{B33258B9-0545-4F3F-8029-2F501C7F9DFE}" type="slidenum">
              <a:rPr lang="en-US" smtClean="0"/>
              <a:t>5</a:t>
            </a:fld>
            <a:endParaRPr lang="en-US"/>
          </a:p>
        </p:txBody>
      </p:sp>
    </p:spTree>
    <p:extLst>
      <p:ext uri="{BB962C8B-B14F-4D97-AF65-F5344CB8AC3E}">
        <p14:creationId xmlns:p14="http://schemas.microsoft.com/office/powerpoint/2010/main" val="15760095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93458"/>
            <a:ext cx="12192000" cy="1325563"/>
          </a:xfrm>
        </p:spPr>
        <p:txBody>
          <a:bodyPr/>
          <a:lstStyle/>
          <a:p>
            <a:pPr algn="ctr"/>
            <a:r>
              <a:rPr lang="en-US" smtClean="0"/>
              <a:t>Cảm ơn sự chú ý của quý vị</a:t>
            </a:r>
            <a:endParaRPr lang="en-US"/>
          </a:p>
        </p:txBody>
      </p:sp>
      <p:sp>
        <p:nvSpPr>
          <p:cNvPr id="3" name="Slide Number Placeholder 2"/>
          <p:cNvSpPr>
            <a:spLocks noGrp="1"/>
          </p:cNvSpPr>
          <p:nvPr>
            <p:ph type="sldNum" sz="quarter" idx="12"/>
          </p:nvPr>
        </p:nvSpPr>
        <p:spPr/>
        <p:txBody>
          <a:bodyPr/>
          <a:lstStyle/>
          <a:p>
            <a:fld id="{B33258B9-0545-4F3F-8029-2F501C7F9DFE}" type="slidenum">
              <a:rPr lang="en-US" smtClean="0"/>
              <a:t>6</a:t>
            </a:fld>
            <a:endParaRPr lang="en-US"/>
          </a:p>
        </p:txBody>
      </p:sp>
    </p:spTree>
    <p:extLst>
      <p:ext uri="{BB962C8B-B14F-4D97-AF65-F5344CB8AC3E}">
        <p14:creationId xmlns:p14="http://schemas.microsoft.com/office/powerpoint/2010/main" val="6686696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sử dụng một đoạn trích dẫn khi giới thiệu</a:t>
            </a:r>
          </a:p>
        </p:txBody>
      </p:sp>
      <p:sp>
        <p:nvSpPr>
          <p:cNvPr id="3" name="Content Placeholder 2"/>
          <p:cNvSpPr>
            <a:spLocks noGrp="1"/>
          </p:cNvSpPr>
          <p:nvPr>
            <p:ph idx="1"/>
          </p:nvPr>
        </p:nvSpPr>
        <p:spPr/>
        <p:txBody>
          <a:bodyPr/>
          <a:lstStyle/>
          <a:p>
            <a:r>
              <a:rPr lang="en-US"/>
              <a:t>Ví dụ: Ta có thể phát biểu trích dẫn lợi ích khi học ngành công nghệ thông </a:t>
            </a:r>
            <a:r>
              <a:rPr lang="en-US" smtClean="0"/>
              <a:t>tin</a:t>
            </a:r>
          </a:p>
          <a:p>
            <a:pPr marL="457200" lvl="1" indent="0">
              <a:buNone/>
            </a:pPr>
            <a:r>
              <a:rPr lang="en-US" sz="3200" smtClean="0"/>
              <a:t>“</a:t>
            </a:r>
            <a:r>
              <a:rPr lang="vi-VN" sz="3200" smtClean="0"/>
              <a:t>Hàng </a:t>
            </a:r>
            <a:r>
              <a:rPr lang="vi-VN" sz="3200"/>
              <a:t>năm, công nghệ mới luôn được phát triển và thể hiện tầm quan trọng của nó đối với cuộc sống. Các doanh nghiệp cũng thay đôi theo hướng cập nhật công nghệ thông tin và yêu cầu sự thay đổi về nhân sự giỏi công nghệ. Ngành học CNTT được coi là lĩnh vực ngày một phát triên và trở nên hữu ích cho các bạn muốn xây dựng sự nghiệp với ngành này. Vậy những lợi ích khi học ngành CNTT là gì</a:t>
            </a:r>
            <a:r>
              <a:rPr lang="vi-VN" sz="3200" smtClean="0"/>
              <a:t>?</a:t>
            </a:r>
            <a:r>
              <a:rPr lang="en-US" sz="3200" smtClean="0"/>
              <a:t>”</a:t>
            </a:r>
            <a:endParaRPr lang="en-US" sz="3200"/>
          </a:p>
        </p:txBody>
      </p:sp>
      <p:pic>
        <p:nvPicPr>
          <p:cNvPr id="4" name="Picture 3">
            <a:hlinkClick r:id="rId2" action="ppaction://hlinksldjump"/>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5408" r="94898"/>
                    </a14:imgEffect>
                  </a14:imgLayer>
                </a14:imgProps>
              </a:ext>
              <a:ext uri="{28A0092B-C50C-407E-A947-70E740481C1C}">
                <a14:useLocalDpi xmlns:a14="http://schemas.microsoft.com/office/drawing/2010/main" val="0"/>
              </a:ext>
            </a:extLst>
          </a:blip>
          <a:stretch>
            <a:fillRect/>
          </a:stretch>
        </p:blipFill>
        <p:spPr>
          <a:xfrm rot="5400000">
            <a:off x="10515600" y="5367867"/>
            <a:ext cx="1244600" cy="1244600"/>
          </a:xfrm>
          <a:prstGeom prst="rect">
            <a:avLst/>
          </a:prstGeom>
        </p:spPr>
      </p:pic>
      <p:sp>
        <p:nvSpPr>
          <p:cNvPr id="5" name="Slide Number Placeholder 4"/>
          <p:cNvSpPr>
            <a:spLocks noGrp="1"/>
          </p:cNvSpPr>
          <p:nvPr>
            <p:ph type="sldNum" sz="quarter" idx="12"/>
          </p:nvPr>
        </p:nvSpPr>
        <p:spPr/>
        <p:txBody>
          <a:bodyPr/>
          <a:lstStyle/>
          <a:p>
            <a:fld id="{B33258B9-0545-4F3F-8029-2F501C7F9DFE}" type="slidenum">
              <a:rPr lang="en-US" smtClean="0"/>
              <a:t>7</a:t>
            </a:fld>
            <a:endParaRPr lang="en-US"/>
          </a:p>
        </p:txBody>
      </p:sp>
    </p:spTree>
    <p:extLst>
      <p:ext uri="{BB962C8B-B14F-4D97-AF65-F5344CB8AC3E}">
        <p14:creationId xmlns:p14="http://schemas.microsoft.com/office/powerpoint/2010/main" val="8668074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Ví dụ chứng minh một vấn đề</a:t>
            </a:r>
            <a:endParaRPr lang="en-US"/>
          </a:p>
        </p:txBody>
      </p:sp>
      <p:sp>
        <p:nvSpPr>
          <p:cNvPr id="3" name="Content Placeholder 2"/>
          <p:cNvSpPr>
            <a:spLocks noGrp="1"/>
          </p:cNvSpPr>
          <p:nvPr>
            <p:ph idx="1"/>
          </p:nvPr>
        </p:nvSpPr>
        <p:spPr/>
        <p:txBody>
          <a:bodyPr/>
          <a:lstStyle/>
          <a:p>
            <a:r>
              <a:rPr lang="en-US" smtClean="0"/>
              <a:t>Bảng thống kê số liệu tuyển sinh 2020</a:t>
            </a:r>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673154305"/>
              </p:ext>
            </p:extLst>
          </p:nvPr>
        </p:nvGraphicFramePr>
        <p:xfrm>
          <a:off x="1938867" y="2739497"/>
          <a:ext cx="8559800" cy="3708400"/>
        </p:xfrm>
        <a:graphic>
          <a:graphicData uri="http://schemas.openxmlformats.org/drawingml/2006/table">
            <a:tbl>
              <a:tblPr firstRow="1" bandRow="1">
                <a:tableStyleId>{5C22544A-7EE6-4342-B048-85BDC9FD1C3A}</a:tableStyleId>
              </a:tblPr>
              <a:tblGrid>
                <a:gridCol w="4279900"/>
                <a:gridCol w="4279900"/>
              </a:tblGrid>
              <a:tr h="370840">
                <a:tc>
                  <a:txBody>
                    <a:bodyPr/>
                    <a:lstStyle/>
                    <a:p>
                      <a:r>
                        <a:rPr lang="en-US" smtClean="0"/>
                        <a:t>Tên</a:t>
                      </a:r>
                      <a:r>
                        <a:rPr lang="en-US" baseline="0" smtClean="0"/>
                        <a:t> ngành/chuyên ngành</a:t>
                      </a:r>
                      <a:endParaRPr lang="en-US"/>
                    </a:p>
                  </a:txBody>
                  <a:tcPr/>
                </a:tc>
                <a:tc>
                  <a:txBody>
                    <a:bodyPr/>
                    <a:lstStyle/>
                    <a:p>
                      <a:r>
                        <a:rPr lang="en-US" smtClean="0"/>
                        <a:t>Số lượng</a:t>
                      </a:r>
                      <a:r>
                        <a:rPr lang="en-US" baseline="0" smtClean="0"/>
                        <a:t> tuyển sinh</a:t>
                      </a:r>
                      <a:endParaRPr lang="en-US"/>
                    </a:p>
                  </a:txBody>
                  <a:tcPr/>
                </a:tc>
              </a:tr>
              <a:tr h="370840">
                <a:tc>
                  <a:txBody>
                    <a:bodyPr/>
                    <a:lstStyle/>
                    <a:p>
                      <a:r>
                        <a:rPr lang="en-US" smtClean="0"/>
                        <a:t>Công</a:t>
                      </a:r>
                      <a:r>
                        <a:rPr lang="en-US" baseline="0" smtClean="0"/>
                        <a:t> nghệ thông tin</a:t>
                      </a:r>
                      <a:endParaRPr lang="en-US"/>
                    </a:p>
                  </a:txBody>
                  <a:tcPr/>
                </a:tc>
                <a:tc>
                  <a:txBody>
                    <a:bodyPr/>
                    <a:lstStyle/>
                    <a:p>
                      <a:pPr algn="r"/>
                      <a:r>
                        <a:rPr lang="en-US" smtClean="0"/>
                        <a:t>272</a:t>
                      </a:r>
                      <a:endParaRPr lang="en-US"/>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Công</a:t>
                      </a:r>
                      <a:r>
                        <a:rPr lang="en-US" baseline="0" smtClean="0"/>
                        <a:t> nghệ thông tin - CLC</a:t>
                      </a:r>
                      <a:endParaRPr lang="en-US" smtClean="0"/>
                    </a:p>
                  </a:txBody>
                  <a:tcPr/>
                </a:tc>
                <a:tc>
                  <a:txBody>
                    <a:bodyPr/>
                    <a:lstStyle/>
                    <a:p>
                      <a:pPr algn="r"/>
                      <a:r>
                        <a:rPr lang="en-US" smtClean="0"/>
                        <a:t>144</a:t>
                      </a:r>
                      <a:endParaRPr lang="en-US"/>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Công</a:t>
                      </a:r>
                      <a:r>
                        <a:rPr lang="en-US" baseline="0" smtClean="0"/>
                        <a:t> nghệ thông tin - HA</a:t>
                      </a:r>
                      <a:endParaRPr lang="en-US" smtClean="0"/>
                    </a:p>
                  </a:txBody>
                  <a:tcPr/>
                </a:tc>
                <a:tc>
                  <a:txBody>
                    <a:bodyPr/>
                    <a:lstStyle/>
                    <a:p>
                      <a:pPr algn="r"/>
                      <a:r>
                        <a:rPr lang="en-US" smtClean="0"/>
                        <a:t>75</a:t>
                      </a:r>
                      <a:endParaRPr lang="en-US"/>
                    </a:p>
                  </a:txBody>
                  <a:tcPr/>
                </a:tc>
              </a:tr>
              <a:tr h="370840">
                <a:tc>
                  <a:txBody>
                    <a:bodyPr/>
                    <a:lstStyle/>
                    <a:p>
                      <a:r>
                        <a:rPr lang="en-US" smtClean="0"/>
                        <a:t>Mạng máy</a:t>
                      </a:r>
                      <a:r>
                        <a:rPr lang="en-US" baseline="0" smtClean="0"/>
                        <a:t> tính và truyền thông dữ liệu</a:t>
                      </a:r>
                      <a:endParaRPr lang="en-US"/>
                    </a:p>
                  </a:txBody>
                  <a:tcPr/>
                </a:tc>
                <a:tc>
                  <a:txBody>
                    <a:bodyPr/>
                    <a:lstStyle/>
                    <a:p>
                      <a:pPr algn="r"/>
                      <a:r>
                        <a:rPr lang="en-US" smtClean="0"/>
                        <a:t>149</a:t>
                      </a:r>
                      <a:endParaRPr lang="en-US"/>
                    </a:p>
                  </a:txBody>
                  <a:tcPr/>
                </a:tc>
              </a:tr>
              <a:tr h="370840">
                <a:tc>
                  <a:txBody>
                    <a:bodyPr/>
                    <a:lstStyle/>
                    <a:p>
                      <a:r>
                        <a:rPr lang="en-US" smtClean="0"/>
                        <a:t>Kỹ thuật</a:t>
                      </a:r>
                      <a:r>
                        <a:rPr lang="en-US" baseline="0" smtClean="0"/>
                        <a:t> phần mềm</a:t>
                      </a:r>
                      <a:endParaRPr lang="en-US"/>
                    </a:p>
                  </a:txBody>
                  <a:tcPr/>
                </a:tc>
                <a:tc>
                  <a:txBody>
                    <a:bodyPr/>
                    <a:lstStyle/>
                    <a:p>
                      <a:pPr algn="r"/>
                      <a:r>
                        <a:rPr lang="en-US" smtClean="0"/>
                        <a:t>266</a:t>
                      </a:r>
                      <a:endParaRPr lang="en-US"/>
                    </a:p>
                  </a:txBody>
                  <a:tcPr/>
                </a:tc>
              </a:tr>
              <a:tr h="370840">
                <a:tc>
                  <a:txBody>
                    <a:bodyPr/>
                    <a:lstStyle/>
                    <a:p>
                      <a:r>
                        <a:rPr lang="en-US" smtClean="0"/>
                        <a:t>Hệ thống</a:t>
                      </a:r>
                      <a:r>
                        <a:rPr lang="en-US" baseline="0" smtClean="0"/>
                        <a:t> thông tin</a:t>
                      </a:r>
                      <a:endParaRPr lang="en-US"/>
                    </a:p>
                  </a:txBody>
                  <a:tcPr/>
                </a:tc>
                <a:tc>
                  <a:txBody>
                    <a:bodyPr/>
                    <a:lstStyle/>
                    <a:p>
                      <a:pPr algn="r"/>
                      <a:r>
                        <a:rPr lang="en-US" smtClean="0"/>
                        <a:t>135</a:t>
                      </a:r>
                      <a:endParaRPr lang="en-US"/>
                    </a:p>
                  </a:txBody>
                  <a:tcPr/>
                </a:tc>
              </a:tr>
              <a:tr h="370840">
                <a:tc>
                  <a:txBody>
                    <a:bodyPr/>
                    <a:lstStyle/>
                    <a:p>
                      <a:r>
                        <a:rPr lang="en-US" smtClean="0"/>
                        <a:t>Khoa học</a:t>
                      </a:r>
                      <a:r>
                        <a:rPr lang="en-US" baseline="0" smtClean="0"/>
                        <a:t> máy tính</a:t>
                      </a:r>
                      <a:endParaRPr lang="en-US"/>
                    </a:p>
                  </a:txBody>
                  <a:tcPr/>
                </a:tc>
                <a:tc>
                  <a:txBody>
                    <a:bodyPr/>
                    <a:lstStyle/>
                    <a:p>
                      <a:pPr algn="r"/>
                      <a:r>
                        <a:rPr lang="en-US" smtClean="0"/>
                        <a:t>178</a:t>
                      </a:r>
                      <a:endParaRPr lang="en-US"/>
                    </a:p>
                  </a:txBody>
                  <a:tcPr/>
                </a:tc>
              </a:tr>
              <a:tr h="370840">
                <a:tc>
                  <a:txBody>
                    <a:bodyPr/>
                    <a:lstStyle/>
                    <a:p>
                      <a:r>
                        <a:rPr lang="en-US" smtClean="0"/>
                        <a:t>Tin học</a:t>
                      </a:r>
                      <a:r>
                        <a:rPr lang="en-US" baseline="0" smtClean="0"/>
                        <a:t> ứng dụng</a:t>
                      </a:r>
                      <a:endParaRPr lang="en-US"/>
                    </a:p>
                  </a:txBody>
                  <a:tcPr/>
                </a:tc>
                <a:tc>
                  <a:txBody>
                    <a:bodyPr/>
                    <a:lstStyle/>
                    <a:p>
                      <a:pPr algn="r"/>
                      <a:r>
                        <a:rPr lang="en-US" smtClean="0"/>
                        <a:t>32</a:t>
                      </a:r>
                      <a:endParaRPr lang="en-US"/>
                    </a:p>
                  </a:txBody>
                  <a:tcPr/>
                </a:tc>
              </a:tr>
              <a:tr h="370840">
                <a:tc>
                  <a:txBody>
                    <a:bodyPr/>
                    <a:lstStyle/>
                    <a:p>
                      <a:r>
                        <a:rPr lang="en-US" smtClean="0"/>
                        <a:t>Tổng</a:t>
                      </a:r>
                      <a:endParaRPr lang="en-US"/>
                    </a:p>
                  </a:txBody>
                  <a:tcPr/>
                </a:tc>
                <a:tc>
                  <a:txBody>
                    <a:bodyPr/>
                    <a:lstStyle/>
                    <a:p>
                      <a:pPr algn="r"/>
                      <a:r>
                        <a:rPr lang="en-US" smtClean="0"/>
                        <a:t>1251</a:t>
                      </a:r>
                      <a:endParaRPr lang="en-US"/>
                    </a:p>
                  </a:txBody>
                  <a:tcPr/>
                </a:tc>
              </a:tr>
            </a:tbl>
          </a:graphicData>
        </a:graphic>
      </p:graphicFrame>
      <p:pic>
        <p:nvPicPr>
          <p:cNvPr id="6" name="Picture 5">
            <a:hlinkClick r:id="rId2" action="ppaction://hlinksldjump"/>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5408" r="94898"/>
                    </a14:imgEffect>
                  </a14:imgLayer>
                </a14:imgProps>
              </a:ext>
              <a:ext uri="{28A0092B-C50C-407E-A947-70E740481C1C}">
                <a14:useLocalDpi xmlns:a14="http://schemas.microsoft.com/office/drawing/2010/main" val="0"/>
              </a:ext>
            </a:extLst>
          </a:blip>
          <a:stretch>
            <a:fillRect/>
          </a:stretch>
        </p:blipFill>
        <p:spPr>
          <a:xfrm rot="5400000">
            <a:off x="10515600" y="5367867"/>
            <a:ext cx="1244600" cy="1244600"/>
          </a:xfrm>
          <a:prstGeom prst="rect">
            <a:avLst/>
          </a:prstGeom>
        </p:spPr>
      </p:pic>
      <p:sp>
        <p:nvSpPr>
          <p:cNvPr id="4" name="Slide Number Placeholder 3"/>
          <p:cNvSpPr>
            <a:spLocks noGrp="1"/>
          </p:cNvSpPr>
          <p:nvPr>
            <p:ph type="sldNum" sz="quarter" idx="12"/>
          </p:nvPr>
        </p:nvSpPr>
        <p:spPr/>
        <p:txBody>
          <a:bodyPr/>
          <a:lstStyle/>
          <a:p>
            <a:fld id="{B33258B9-0545-4F3F-8029-2F501C7F9DFE}" type="slidenum">
              <a:rPr lang="en-US" smtClean="0"/>
              <a:t>8</a:t>
            </a:fld>
            <a:endParaRPr lang="en-US"/>
          </a:p>
        </p:txBody>
      </p:sp>
    </p:spTree>
    <p:extLst>
      <p:ext uri="{BB962C8B-B14F-4D97-AF65-F5344CB8AC3E}">
        <p14:creationId xmlns:p14="http://schemas.microsoft.com/office/powerpoint/2010/main" val="45131034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373</Words>
  <Application>Microsoft Office PowerPoint</Application>
  <PresentationFormat>Widescreen</PresentationFormat>
  <Paragraphs>66</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Times New Roman</vt:lpstr>
      <vt:lpstr>Wingdings</vt:lpstr>
      <vt:lpstr>Office Theme</vt:lpstr>
      <vt:lpstr>BỐ CỤC MỘT BÀI THUYẾT TRÌNH</vt:lpstr>
      <vt:lpstr>Giới thiệu</vt:lpstr>
      <vt:lpstr>Phần mở đầu</vt:lpstr>
      <vt:lpstr>Phần chính</vt:lpstr>
      <vt:lpstr>Phần kết</vt:lpstr>
      <vt:lpstr>Cảm ơn sự chú ý của quý vị</vt:lpstr>
      <vt:lpstr>Ví dụ: sử dụng một đoạn trích dẫn khi giới thiệu</vt:lpstr>
      <vt:lpstr>Ví dụ chứng minh một vấn đề</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19</cp:revision>
  <dcterms:created xsi:type="dcterms:W3CDTF">2026-09-26T00:32:18Z</dcterms:created>
  <dcterms:modified xsi:type="dcterms:W3CDTF">2026-09-26T02:20:55Z</dcterms:modified>
</cp:coreProperties>
</file>